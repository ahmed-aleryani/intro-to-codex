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763" y="1759000"/>
            <a:ext cx="4380324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dirty="0">
                <a:solidFill>
                  <a:srgbClr val="5EA8A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Building with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972130" y="2612975"/>
            <a:ext cx="31997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Workshop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4050" y="3346400"/>
            <a:ext cx="1015901" cy="381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6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441400"/>
            <a:ext cx="7620000" cy="289545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960"/>
              </a:lnSpc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Setup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Install Codex + Node.js</a:t>
            </a:r>
            <a:endParaRPr lang="en-US" sz="1800" dirty="0"/>
          </a:p>
          <a:p>
            <a:pPr algn="l" marL="127000" indent="-127000">
              <a:lnSpc>
                <a:spcPts val="3960"/>
              </a:lnSpc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 your AI new abilities</a:t>
            </a:r>
            <a:endParaRPr lang="en-US" sz="1800" dirty="0"/>
          </a:p>
          <a:p>
            <a:pPr algn="l" marL="127000" indent="-127000">
              <a:lnSpc>
                <a:spcPts val="3960"/>
              </a:lnSpc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Development Cycle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Two loops of building</a:t>
            </a:r>
            <a:endParaRPr lang="en-US" sz="1800" dirty="0"/>
          </a:p>
          <a:p>
            <a:pPr algn="l" marL="127000" indent="-127000">
              <a:lnSpc>
                <a:spcPts val="3960"/>
              </a:lnSpc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AI's working memory</a:t>
            </a:r>
            <a:endParaRPr lang="en-US" sz="1800" dirty="0"/>
          </a:p>
          <a:p>
            <a:pPr algn="l" marL="127000" indent="-127000">
              <a:lnSpc>
                <a:spcPts val="3960"/>
              </a:lnSpc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Persistent project rules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8010" y="2079575"/>
            <a:ext cx="84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133195" y="2416076"/>
            <a:ext cx="287761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Laptop Setup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 Codex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25715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Terminal and paste this command: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749177"/>
            <a:ext cx="7620000" cy="803077"/>
          </a:xfrm>
          <a:prstGeom prst="roundRect">
            <a:avLst>
              <a:gd name="adj" fmla="val 1265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003078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brew install codex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806154"/>
            <a:ext cx="7772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an AI coding assistant that runs directly in your terminal. Think of it as hiring a developer that lives inside your computer.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Setup Node.js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257151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this prompt into Codex and let it work: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679377"/>
            <a:ext cx="7620000" cy="87630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1907977"/>
            <a:ext cx="71506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"Install NVM on my machine, then install the latest LTS version of Node.js and configure it, and set up PNPM to work properly in my terminal."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784277"/>
            <a:ext cx="7772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3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Node.js?</a:t>
            </a:r>
            <a:pPr algn="l" indent="0" marL="0">
              <a:spcBef>
                <a:spcPts val="1800"/>
              </a:spcBef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Node.js is the engine that powers the Skills system. Without it, we can't install skills. Think of it like installing an app store before you can download apps.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8010" y="2079575"/>
            <a:ext cx="84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949602" y="2416076"/>
            <a:ext cx="1244647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Skills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2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Are Skills?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206401"/>
            <a:ext cx="777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instruction packages that teach your AI new things. Install once, and it just knows.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822252"/>
            <a:ext cx="7620000" cy="774502"/>
          </a:xfrm>
          <a:prstGeom prst="roundRect">
            <a:avLst>
              <a:gd name="adj" fmla="val 131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1999952"/>
            <a:ext cx="72544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pPr algn="l" indent="0" marL="0">
              <a:buNone/>
            </a:pPr>
            <a:r>
              <a:rPr lang="en-US" sz="14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AI is a new employee, skills are the training manuals you hand them on day 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799904"/>
            <a:ext cx="7620000" cy="11430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simple Markdown text format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across different AI tools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with a single command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 Skills +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092101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installed using NPX (bundled with Node.js):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428601"/>
            <a:ext cx="7620000" cy="622102"/>
          </a:xfrm>
          <a:prstGeom prst="roundRect">
            <a:avLst>
              <a:gd name="adj" fmla="val 1633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1606302"/>
            <a:ext cx="715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npx skills add &lt;skill-name&gt;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53853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647504"/>
            <a:ext cx="7620000" cy="10670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800"/>
              </a:lnSpc>
              <a:buSzPct val="100000"/>
              <a:buChar char="•"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by developers worldwide, shared openly</a:t>
            </a:r>
            <a:endParaRPr lang="en-US" sz="1400" dirty="0"/>
          </a:p>
          <a:p>
            <a:pPr algn="l" marL="127000" indent="-127000">
              <a:lnSpc>
                <a:spcPts val="2800"/>
              </a:lnSpc>
              <a:buSzPct val="100000"/>
              <a:buChar char="•"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by AI tool companies (like Anthropic)</a:t>
            </a:r>
            <a:endParaRPr lang="en-US" sz="1400" dirty="0"/>
          </a:p>
          <a:p>
            <a:pPr algn="l" marL="127000" indent="-127000">
              <a:lnSpc>
                <a:spcPts val="2800"/>
              </a:lnSpc>
              <a:buSzPct val="100000"/>
              <a:buChar char="•"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 skills for your own workflow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2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Skills Standard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206401"/>
            <a:ext cx="777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l" indent="0" marL="0"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</a:t>
            </a:r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owned by any single company. Created by Anthropic, now supported across the industry.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847701"/>
            <a:ext cx="7620000" cy="895350"/>
          </a:xfrm>
          <a:prstGeom prst="roundRect">
            <a:avLst>
              <a:gd name="adj" fmla="val 113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076301"/>
            <a:ext cx="715060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means:</a:t>
            </a:r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skill you install works the same way in Codex, Claude Code, Cursor, GitHub Copilot, or Gemini CLI. Write once, works everywhere.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94620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skills: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skills.sh | github.com/VoltAgent/awesome-agent-skills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2243" y="2079575"/>
            <a:ext cx="6993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84619" y="2416076"/>
            <a:ext cx="297461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Superpowers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Superpowers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920651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 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skills add obra/superpowers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1168301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your AI from a fast but careless intern into a methodical senior developer.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66701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51" y="1542901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Asks questions to refine your idea before coding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1800076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1876276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writing-plans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Breaks your project into manageable tasks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2133451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051" y="2209651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test-driven-development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Writes tests first, then code to pass them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2466826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051" y="2543026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executing-plans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through plan with checkpoints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2800201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8051" y="2876401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systematic-debugging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Investigates root cause instead of guessing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4901" y="3133576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051" y="3209776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verification-before-completion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verification before claiming done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901" y="3466951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8051" y="3543151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dispatching-parallel-agents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independent tasks simultaneously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4901" y="3800326"/>
            <a:ext cx="7874198" cy="295275"/>
          </a:xfrm>
          <a:prstGeom prst="roundRect">
            <a:avLst>
              <a:gd name="adj" fmla="val 172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8051" y="3876526"/>
            <a:ext cx="7617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finishing-a-development-branch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Guides wrapping up and merging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2243" y="2079575"/>
            <a:ext cx="6993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61579" y="2416076"/>
            <a:ext cx="362069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Document Skills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Document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920651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all: </a:t>
            </a:r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skills add anthropics/skills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1142851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Anthropic skills for creating real documents.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41252"/>
            <a:ext cx="7874198" cy="304800"/>
          </a:xfrm>
          <a:prstGeom prst="roundRect">
            <a:avLst>
              <a:gd name="adj" fmla="val 16667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51" y="1517452"/>
            <a:ext cx="7617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Reports, text extraction, form filling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784152"/>
            <a:ext cx="7874198" cy="304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1860352"/>
            <a:ext cx="7617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Proposals, tracked changes, comments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127052"/>
            <a:ext cx="7874198" cy="304800"/>
          </a:xfrm>
          <a:prstGeom prst="roundRect">
            <a:avLst>
              <a:gd name="adj" fmla="val 16667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051" y="2203252"/>
            <a:ext cx="7617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Presentations, speaker notes, layouts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901" y="2469952"/>
            <a:ext cx="7874198" cy="304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051" y="2546152"/>
            <a:ext cx="7617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Spreadsheets, formulas, charts,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4901" y="2812852"/>
            <a:ext cx="7874198" cy="304800"/>
          </a:xfrm>
          <a:prstGeom prst="roundRect">
            <a:avLst>
              <a:gd name="adj" fmla="val 16667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8051" y="2889052"/>
            <a:ext cx="7617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canvas-design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Posters, designs, visual content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01" y="3155752"/>
            <a:ext cx="7874198" cy="304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051" y="3231952"/>
            <a:ext cx="7617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frontend-design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Websites and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8010" y="2079575"/>
            <a:ext cx="84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162708" y="2416076"/>
            <a:ext cx="481858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Development Cycle</a:t>
            </a:r>
            <a:endParaRPr lang="en-US" sz="4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Two Loops, Not 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25715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building with AI, there are two cycles happening: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800076"/>
            <a:ext cx="7620000" cy="723900"/>
          </a:xfrm>
          <a:prstGeom prst="roundRect">
            <a:avLst>
              <a:gd name="adj" fmla="val 1403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028676"/>
            <a:ext cx="715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Loop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drive this. Plan, Execute, Review.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701677"/>
            <a:ext cx="7620000" cy="723900"/>
          </a:xfrm>
          <a:prstGeom prst="roundRect">
            <a:avLst>
              <a:gd name="adj" fmla="val 1403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66800" y="2930277"/>
            <a:ext cx="715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Loop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AI drives this. Write, Test, Fix, Repeat.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Outer Loop </a:t>
            </a:r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(You Drive This)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117550"/>
            <a:ext cx="7620000" cy="574477"/>
          </a:xfrm>
          <a:prstGeom prst="roundRect">
            <a:avLst>
              <a:gd name="adj" fmla="val 1326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01" y="1295251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Describe what you want. AI creates a detailed plan. You review and refine.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818977"/>
            <a:ext cx="7620000" cy="574477"/>
          </a:xfrm>
          <a:prstGeom prst="roundRect">
            <a:avLst>
              <a:gd name="adj" fmla="val 1326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901" y="1996678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Approve the plan. Let the AI work. Don't interrupt mid-task.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520404"/>
            <a:ext cx="7620000" cy="574477"/>
          </a:xfrm>
          <a:prstGeom prst="roundRect">
            <a:avLst>
              <a:gd name="adj" fmla="val 1326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5901" y="2698105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the output. Looks good? Next feature. No? Back to Plan.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327258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continuous loop. Every feature, every bug fix goes through Plan, Execute, Review.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Inner Loop </a:t>
            </a:r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(AI Drives This)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092101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execution, the AI runs its own internal cycle until the result is solid: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479352"/>
            <a:ext cx="7620000" cy="20955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AI writes the code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the code to see if it works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error messages or test results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Figures out what went wrong, makes changes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looping until things 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3701802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chef tasting sauce, adjusting seasoning, tasting again. You only see the final plate.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777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When to Intervene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2000" y="971550"/>
            <a:ext cx="7620000" cy="1249114"/>
          </a:xfrm>
          <a:prstGeom prst="roundRect">
            <a:avLst>
              <a:gd name="adj" fmla="val 61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01" y="1098500"/>
            <a:ext cx="7254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AI KEEP WORKING WHEN: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5901" y="1301651"/>
            <a:ext cx="7112198" cy="79206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making progress (even if slow)</a:t>
            </a:r>
            <a:endParaRPr lang="en-US" sz="1300" dirty="0"/>
          </a:p>
          <a:p>
            <a:pPr algn="l" marL="101600" indent="-1016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running tests and fixing errors on its own</a:t>
            </a:r>
            <a:endParaRPr lang="en-US" sz="1300" dirty="0"/>
          </a:p>
          <a:p>
            <a:pPr algn="l" marL="101600" indent="-1016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has clear success criteria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2322165"/>
            <a:ext cx="7620000" cy="1249114"/>
          </a:xfrm>
          <a:prstGeom prst="roundRect">
            <a:avLst>
              <a:gd name="adj" fmla="val 61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2449116"/>
            <a:ext cx="7254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IN WHEN: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5901" y="2652266"/>
            <a:ext cx="7112198" cy="79206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the same error repeatedly</a:t>
            </a:r>
            <a:endParaRPr lang="en-US" sz="1300" dirty="0"/>
          </a:p>
          <a:p>
            <a:pPr algn="l" marL="101600" indent="-1016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going in a completely wrong direction</a:t>
            </a:r>
            <a:endParaRPr lang="en-US" sz="1300" dirty="0"/>
          </a:p>
          <a:p>
            <a:pPr algn="l" marL="101600" indent="-1016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plan needs to change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3672780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are the architect. The AI is the builder.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8010" y="2079575"/>
            <a:ext cx="84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717188" y="2416076"/>
            <a:ext cx="170962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Context</a:t>
            </a:r>
            <a:endParaRPr lang="en-US" sz="4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Context: The AI's Working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092101"/>
            <a:ext cx="777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AI can "see" and remember during a conversation. It can only work with what's currently on its desk.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733401"/>
            <a:ext cx="7620000" cy="514350"/>
          </a:xfrm>
          <a:prstGeom prst="roundRect">
            <a:avLst>
              <a:gd name="adj" fmla="val 14815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1885801"/>
            <a:ext cx="7254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 context: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forgets what it was doing, contradicts earlier work, breaks things.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374702"/>
            <a:ext cx="7620000" cy="514350"/>
          </a:xfrm>
          <a:prstGeom prst="roundRect">
            <a:avLst>
              <a:gd name="adj" fmla="val 1481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2527102"/>
            <a:ext cx="7254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context: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gets overwhelmed, slower responses, quality goes down.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092202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asking a contractor to fix your faucet - show them the kitchen, not blueprints for the entire building.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Golden Rule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257151"/>
            <a:ext cx="7620000" cy="904875"/>
          </a:xfrm>
          <a:prstGeom prst="roundRect">
            <a:avLst>
              <a:gd name="adj" fmla="val 11228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4420" y="1561951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each task focused on one clear thing.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415927"/>
            <a:ext cx="7620000" cy="15240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conversations for new features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specific files, not "look at everything"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big tasks into smaller ones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agents.md for persistent context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8010" y="2079575"/>
            <a:ext cx="84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00221" y="2416076"/>
            <a:ext cx="234340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agents.md</a:t>
            </a:r>
            <a:endParaRPr lang="en-US" sz="4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is agents.md?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142851"/>
            <a:ext cx="777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text file at your project root. A </a:t>
            </a:r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rulebook for AI assistants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telling them how your project works and what to follow.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758702"/>
            <a:ext cx="7620000" cy="774502"/>
          </a:xfrm>
          <a:prstGeom prst="roundRect">
            <a:avLst>
              <a:gd name="adj" fmla="val 131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1936403"/>
            <a:ext cx="72544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pPr algn="l" indent="0" marL="0">
              <a:buNone/>
            </a:pPr>
            <a:r>
              <a:rPr lang="en-US" sz="14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explaining the same rules every morning to a new team member, you write them down once.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710904"/>
            <a:ext cx="7620000" cy="10670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 regular Markdown text file</a:t>
            </a:r>
            <a:endParaRPr lang="en-US" sz="1400" dirty="0"/>
          </a:p>
          <a:p>
            <a:pPr algn="l" marL="127000" indent="-1270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software needed</a:t>
            </a:r>
            <a:endParaRPr lang="en-US" sz="1400" dirty="0"/>
          </a:p>
          <a:p>
            <a:pPr algn="l" marL="127000" indent="-1270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by over 60,000 projects worldwide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Brief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219051"/>
            <a:ext cx="7620000" cy="593527"/>
          </a:xfrm>
          <a:prstGeom prst="roundRect">
            <a:avLst>
              <a:gd name="adj" fmla="val 12839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01" y="1396752"/>
            <a:ext cx="72544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2025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OpenAI introduced the standard with Codex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964978"/>
            <a:ext cx="7620000" cy="593527"/>
          </a:xfrm>
          <a:prstGeom prst="roundRect">
            <a:avLst>
              <a:gd name="adj" fmla="val 1283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901" y="2142679"/>
            <a:ext cx="72544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Donated to the Linux Foundation (neutral org)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10904"/>
            <a:ext cx="7620000" cy="593527"/>
          </a:xfrm>
          <a:prstGeom prst="roundRect">
            <a:avLst>
              <a:gd name="adj" fmla="val 12839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5901" y="2888605"/>
            <a:ext cx="72544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Collaborative effort: OpenAI, Google, GitHub, Cursor, and more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507581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by a neutral foundation - won't disappear or get locked behind a paywall.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Cross-Tool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971550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051" y="1073051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Codex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AGENTS.md | Created the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4102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51" y="1485602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AGENTS.md | Full support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796653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1898154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AGENTS.md | Full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209205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051" y="2310705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CLI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GEMINI.md + AGENTS.md | Full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2621756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051" y="2723257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CLAUDE.md | Anthropic's 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3034308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8051" y="3135809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Windsurf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AGENTS.md | Full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01" y="3446859"/>
            <a:ext cx="7874198" cy="374452"/>
          </a:xfrm>
          <a:prstGeom prst="roundRect">
            <a:avLst>
              <a:gd name="adj" fmla="val 13566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051" y="3548360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Aider, Devin, Zed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AGENTS.md | Full support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Which File Should You Use?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117550"/>
            <a:ext cx="7620000" cy="1683990"/>
          </a:xfrm>
          <a:prstGeom prst="roundRect">
            <a:avLst>
              <a:gd name="adj" fmla="val 452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01" y="1295251"/>
            <a:ext cx="72544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tool only?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5901" y="1634877"/>
            <a:ext cx="7112198" cy="98896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Code? Create </a:t>
            </a:r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400" dirty="0"/>
          </a:p>
          <a:p>
            <a:pPr algn="l" marL="101600" indent="-1016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CLI? Create </a:t>
            </a:r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GEMINI.md</a:t>
            </a:r>
            <a:endParaRPr lang="en-US" sz="1400" dirty="0"/>
          </a:p>
          <a:p>
            <a:pPr algn="l" marL="101600" indent="-1016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/ Copilot? Create </a:t>
            </a:r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953941"/>
            <a:ext cx="7620000" cy="904577"/>
          </a:xfrm>
          <a:prstGeom prst="roundRect">
            <a:avLst>
              <a:gd name="adj" fmla="val 8424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3131641"/>
            <a:ext cx="72544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AI tools?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5901" y="3471267"/>
            <a:ext cx="7254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AGENTS.md, create symlinks so other tools read it too. One file, maintain once.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985468"/>
            <a:ext cx="7620000" cy="425351"/>
          </a:xfrm>
          <a:prstGeom prst="roundRect">
            <a:avLst>
              <a:gd name="adj" fmla="val 1194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5150" y="4112419"/>
            <a:ext cx="7357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ln -s AGENTS.md CLAUDE.md &amp;&amp; ln -s AGENTS.md GEMINI.md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Goes Inside agents.md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971550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analysis of 2,500+ real projects by GitHub: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1269950"/>
            <a:ext cx="7874198" cy="403027"/>
          </a:xfrm>
          <a:prstGeom prst="roundRect">
            <a:avLst>
              <a:gd name="adj" fmla="val 126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051" y="1371451"/>
            <a:ext cx="7617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Commands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commands to run your project (copy-paste ready)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723727"/>
            <a:ext cx="7874198" cy="403027"/>
          </a:xfrm>
          <a:prstGeom prst="roundRect">
            <a:avLst>
              <a:gd name="adj" fmla="val 126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051" y="1825228"/>
            <a:ext cx="7617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Testing Rules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tests are organized and how to run them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177504"/>
            <a:ext cx="7874198" cy="403027"/>
          </a:xfrm>
          <a:prstGeom prst="roundRect">
            <a:avLst>
              <a:gd name="adj" fmla="val 126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051" y="2279005"/>
            <a:ext cx="7617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Structure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map of where things live in your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01" y="2631281"/>
            <a:ext cx="7874198" cy="403027"/>
          </a:xfrm>
          <a:prstGeom prst="roundRect">
            <a:avLst>
              <a:gd name="adj" fmla="val 126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051" y="2732782"/>
            <a:ext cx="7617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Code Style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Naming conventions, formatting rules, patterns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901" y="3085058"/>
            <a:ext cx="7874198" cy="403027"/>
          </a:xfrm>
          <a:prstGeom prst="roundRect">
            <a:avLst>
              <a:gd name="adj" fmla="val 126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051" y="3186559"/>
            <a:ext cx="7617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Git Workflow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Branch naming, commit format, review 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4901" y="3538835"/>
            <a:ext cx="7874198" cy="403027"/>
          </a:xfrm>
          <a:prstGeom prst="roundRect">
            <a:avLst>
              <a:gd name="adj" fmla="val 126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051" y="3640336"/>
            <a:ext cx="7617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Boundaries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most important section. What the AI can/can't do.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550"/>
            <a:ext cx="7772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Boundaries: Three Tiers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62000" y="882551"/>
            <a:ext cx="7620000" cy="1069777"/>
          </a:xfrm>
          <a:prstGeom prst="roundRect">
            <a:avLst>
              <a:gd name="adj" fmla="val 5936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5150" y="984052"/>
            <a:ext cx="7357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 (NO PERMISSION NEEDED)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5150" y="1165027"/>
            <a:ext cx="7213699" cy="685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analyze files</a:t>
            </a:r>
            <a:endParaRPr lang="en-US" sz="12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linting and formatting</a:t>
            </a:r>
            <a:endParaRPr lang="en-US" sz="12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028527"/>
            <a:ext cx="7620000" cy="1069777"/>
          </a:xfrm>
          <a:prstGeom prst="roundRect">
            <a:avLst>
              <a:gd name="adj" fmla="val 5936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2130028"/>
            <a:ext cx="7357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FIRST (NEEDS APPROVAL)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5150" y="2311003"/>
            <a:ext cx="7213699" cy="685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new packages</a:t>
            </a:r>
            <a:endParaRPr lang="en-US" sz="12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files</a:t>
            </a:r>
            <a:endParaRPr lang="en-US" sz="12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174504"/>
            <a:ext cx="7620000" cy="1069777"/>
          </a:xfrm>
          <a:prstGeom prst="roundRect">
            <a:avLst>
              <a:gd name="adj" fmla="val 5936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5150" y="3276005"/>
            <a:ext cx="7357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5150" y="3456980"/>
            <a:ext cx="7213699" cy="685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files without asking</a:t>
            </a:r>
            <a:endParaRPr lang="en-US" sz="12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code without review</a:t>
            </a:r>
            <a:endParaRPr lang="en-US" sz="12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environment variables or secrets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0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168301"/>
            <a:ext cx="7620000" cy="20955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short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 150 lines. Shorter is better.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"Use camelCase" beats "follow best practices"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examples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snippets beat abstract descriptions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Begin with commands + boundaries, grow over time</a:t>
            </a:r>
            <a:endParaRPr lang="en-US" sz="1500" dirty="0"/>
          </a:p>
          <a:p>
            <a:pPr algn="l" marL="127000" indent="-127000">
              <a:lnSpc>
                <a:spcPts val="3300"/>
              </a:lnSpc>
              <a:buSzPct val="100000"/>
              <a:buChar char="•"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AI makes a mistake, add a rule to prevent it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Summary: The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946100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051" y="1034951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Install tools, run setup commands. AI configures your environment.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33351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51" y="1422202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Install relevant skills. AI loads specialized knowledge.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720602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1809452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your project rules once. AI follows them every session.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107853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051" y="2196703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Describe the task. AI breaks it into steps.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2495104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051" y="2583954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and approve the plan. AI builds the feature.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2882354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8051" y="2971205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the output. AI waits for your feedback.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01" y="3269605"/>
            <a:ext cx="7874198" cy="349151"/>
          </a:xfrm>
          <a:prstGeom prst="roundRect">
            <a:avLst>
              <a:gd name="adj" fmla="val 145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051" y="3358455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 to the next task. The cycle never stops.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dirty="0">
                <a:solidFill>
                  <a:srgbClr val="27788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Quick Reference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971550"/>
            <a:ext cx="7874198" cy="3434358"/>
          </a:xfrm>
          <a:prstGeom prst="roundRect">
            <a:avLst>
              <a:gd name="adj" fmla="val 295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39701" y="1174700"/>
            <a:ext cx="7409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Install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9701" y="1428601"/>
            <a:ext cx="740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brew install codex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9701" y="1815852"/>
            <a:ext cx="7409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Install Superpowers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9701" y="2069753"/>
            <a:ext cx="740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npx skills add obra/superpowers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9701" y="2457004"/>
            <a:ext cx="7409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Install Document Skills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9701" y="2710904"/>
            <a:ext cx="740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npx skills add anthropics/skills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9701" y="3098155"/>
            <a:ext cx="7409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Browse installed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9701" y="3352056"/>
            <a:ext cx="740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npx skills 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9701" y="3739307"/>
            <a:ext cx="7409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Create your project rules 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9701" y="3993207"/>
            <a:ext cx="740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EA8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touch AGENTS.md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7353" y="1825675"/>
            <a:ext cx="2809146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200" dirty="0">
                <a:solidFill>
                  <a:srgbClr val="5EA8A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Let's Build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064050" y="2787700"/>
            <a:ext cx="1015901" cy="381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28225" y="3079700"/>
            <a:ext cx="2687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put it all into practice.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2026-03-27T07:38:47Z</dcterms:created>
  <dcterms:modified xsi:type="dcterms:W3CDTF">2026-03-27T07:38:47Z</dcterms:modified>
</cp:coreProperties>
</file>